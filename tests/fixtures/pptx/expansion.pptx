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s"/>
          <p:cNvSpPr/>
          <p:nvPr>
            <p:ph type="sldImg"/>
          </p:nvPr>
        </p:nvSpPr>
        <p:txBody>
          <a:p>
            <a:r>
              <a:t/>
            </a:r>
          </a:p>
        </p:txBody>
      </p:sp>
      <p:sp>
        <p:nvSpPr>
          <p:cNvPr id="2" name="s"/>
          <p:cNvSpPr/>
          <p:nvPr>
            <p:ph type="body"/>
          </p:nvPr>
        </p:nvSpPr>
        <p:txBody>
          <a:p>
            <a:r>
              <a:t>Welcome everyone and introduce the plan.</a:t>
            </a:r>
          </a:p>
        </p:txBody>
      </p:sp>
      <p:sp>
        <p:nvSpPr>
          <p:cNvPr id="2" name="s"/>
          <p:cNvSpPr/>
          <p:nvPr>
            <p:ph type="sldNum"/>
          </p:nvPr>
        </p:nvSpPr>
        <p:txBody>
          <a:p>
            <a:r>
              <a:t>1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sp>
        <p:nvSpPr>
          <p:cNvPr id="2" name="s"/>
          <p:cNvSpPr/>
          <p:nvPr>
            <p:ph type="sldImg"/>
          </p:nvPr>
        </p:nvSpPr>
        <p:txBody>
          <a:p>
            <a:r>
              <a:t/>
            </a:r>
          </a:p>
        </p:txBody>
      </p:sp>
      <p:sp>
        <p:nvSpPr>
          <p:cNvPr id="2" name="s"/>
          <p:cNvSpPr/>
          <p:nvPr>
            <p:ph type="body"/>
          </p:nvPr>
        </p:nvSpPr>
        <p:txBody>
          <a:p>
            <a:r>
              <a:t>Mention the tender timeline.</a:t>
            </a:r>
          </a:p>
        </p:txBody>
      </p:sp>
      <p:sp>
        <p:nvSpPr>
          <p:cNvPr id="2" name="s"/>
          <p:cNvSpPr/>
          <p:nvPr>
            <p:ph type="sldNum"/>
          </p:nvPr>
        </p:nvSpPr>
        <p:txBody>
          <a:p>
            <a:r>
              <a:t>1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"/>
          <p:cNvSpPr/>
          <p:nvPr>
            <p:ph type="title"/>
          </p:nvPr>
        </p:nvSpPr>
        <p:txBody>
          <a:p>
            <a:r>
              <a:t>Harbour Expansion Plan</a:t>
            </a:r>
          </a:p>
        </p:txBody>
      </p:sp>
      <p:sp>
        <p:nvSpPr>
          <p:cNvPr id="2" name="s"/>
          <p:cNvSpPr/>
          <p:nvPr/>
        </p:nvSpPr>
        <p:txBody>
          <a:p>
            <a:r>
              <a:t>Board meeting, June 2024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"/>
          <p:cNvSpPr/>
          <p:nvPr>
            <p:ph type="title"/>
          </p:nvPr>
        </p:nvSpPr>
        <p:txBody>
          <a:p>
            <a:r>
              <a:t>New Quay Wall</a:t>
            </a:r>
          </a:p>
        </p:txBody>
      </p:sp>
      <p:sp>
        <p:nvSpPr>
          <p:cNvPr id="2" name="s"/>
          <p:cNvSpPr/>
          <p:nvPr/>
        </p:nvSpPr>
        <p:txBody>
          <a:p>
            <a:r>
              <a:t>Four hundred metres of new berth on the east side.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sp>
        <p:nvSpPr>
          <p:cNvPr id="2" name="s"/>
          <p:cNvSpPr/>
          <p:nvPr>
            <p:ph type="title"/>
          </p:nvPr>
        </p:nvSpPr>
        <p:txBody>
          <a:p>
            <a:r>
              <a:t>Budget (draft)</a:t>
            </a:r>
          </a:p>
        </p:txBody>
      </p:sp>
      <p:sp>
        <p:nvSpPr>
          <p:cNvPr id="2" name="s"/>
          <p:cNvSpPr/>
          <p:nvPr/>
        </p:nvSpPr>
        <p:txBody>
          <a:p>
            <a:r>
              <a:t>Not for distribution.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Notes>2</Notes>
  <HiddenSlides>1</Hidden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Harbour Expansion Plan</dc:title>
  <dc:creator>Mira Castell</dc:creator>
  <dcterms:created xsi:type="dcterms:W3CDTF">2024-06-01T09:00:00Z</dcterms:created>
  <dcterms:modified xsi:type="dcterms:W3CDTF">2024-06-04T11:20:00Z</dcterms:modified>
</cp:coreProperties>
</file>