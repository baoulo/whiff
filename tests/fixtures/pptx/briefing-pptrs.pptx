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92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notesMaster" Target="notesMasters/notesMaster1.xml"/>
<Relationship Id="rId6" Type="http://schemas.openxmlformats.org/officeDocument/2006/relationships/presProps" Target="presProps.xml"/>
<Relationship Id="rId7" Type="http://schemas.openxmlformats.org/officeDocument/2006/relationships/viewProps" Target="viewProps.xml"/>
<Relationship Id="rId8" Type="http://schemas.openxmlformats.org/officeDocument/2006/relationships/theme" Target="theme/theme1.xml"/>
<Relationship Id="rId9" Type="http://schemas.openxmlformats.org/officeDocument/2006/relationships/tableStyles" Target="tableStyles.xml"/>
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slide" Target="../slides/slide2.xml"/>
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Friday crossing starts in June.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4A5D7-2C3F-4A8B-9E1D-00000000000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828800"/>
            <a:ext cx="6096000" cy="18288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/>
          </p:nvPr>
        </p:nvSpPr>
        <p:spPr>
          <a:xfrm>
            <a:off x="1524000" y="3657600"/>
            <a:ext cx="6096000" cy="9144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25400" cy="4525963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4661400" y="1600200"/>
            <a:ext cx="4025400" cy="4525963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600200"/>
            <a:ext cx="8229600" cy="18288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000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/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slideLayout" Target="../slideLayouts/slideLayout7.xml"/>
<Relationship Id="rId8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6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notesSlide" Target="../notesSlides/notesSlide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Saltmere ferry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Summer timetable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First sailing 06:40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Extra evening crossing on Fridays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Berth 3 closed at low water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Contacts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Harbour office: harbour.example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3</Slides>
  <Notes>1</Notes>
  <HiddenSlides>0</HiddenSlides>
  <MMClips>0</MMClips>
  <ScaleCrop>false</ScaleCrop>
  <HeadingPairs>
    <vt:vector size="2" baseType="variant">
      <vt:variant>
        <vt:lpstr>Slide Titles</vt:lpstr>
      </vt:variant>
      <vt:variant>
        <vt:i4>3</vt:i4>
      </vt:variant>
    </vt:vector>
  </HeadingPairs>
  <TitlesOfParts>
    <vt:vector size="3" baseType="lpstr">
      <vt:lpstr>Saltmere ferry briefing</vt:lpstr>
      <vt:lpstr>Summer timetable</vt:lpstr>
      <vt:lpstr>Contacts</vt:lpstr>
    </vt:vector>
  </TitlesOfParts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Saltmere ferry briefing</dc:title>
  <dc:creator>pptx-rs</dc:creator>
  <cp:lastModifiedBy>pptx-rs</cp:lastModifiedBy>
  <cp:revision>1</cp:revision>
  <dcterms:created xsi:type="dcterms:W3CDTF">2024-04-01T09:00:00Z</dcterms:created>
  <dcterms:modified xsi:type="dcterms:W3CDTF">2024-04-01T09:00:00Z</dcterms:modified>
</cp:coreProperties>
</file>